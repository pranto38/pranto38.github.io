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4" r:id="rId5"/>
    <p:sldId id="258" r:id="rId6"/>
    <p:sldId id="262" r:id="rId7"/>
    <p:sldId id="259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17A3-3ED4-6A79-12DE-851B23F26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B778D-3BB0-65F2-F727-6C7CE33F8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5FA41-63D9-CEA2-FD79-A7EBF7CD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B10A-1DD2-75DA-E63D-5379D774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15653-347B-21AD-C466-4603290D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4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B93E6-E9D9-EA84-211B-4BE957C73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2DF4-4F7E-F0EE-424A-051B600D6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646F6-F4EC-5767-F75E-155B1227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39654-EDDB-C954-836D-A82B6BC3F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D1024-CD17-4E97-2E95-FC1D0E38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8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A367-7471-C258-C394-BDCAAE59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00092-E544-0BE7-1134-47104DEA5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CAB4-028B-9C9C-D125-36086093E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1C499-9877-8603-45A7-978803FA9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44495-7E12-0FFE-2034-191F4AFB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17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851E-90ED-C9F4-6C9D-6801079A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556D2-F455-A3EA-7A4F-4ABB6883D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1105F-36C7-0B9D-211A-6EB77B056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FDE77-98AD-CD39-7B33-5C616640C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9FDC4-A219-12FE-059E-B89992AC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426EC-F372-0839-2A1F-11ECE9EB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7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9819-85D5-C6AB-4646-2CA9883F8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1387C-742D-77D4-9506-D8EEC7ECA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449DB-61D6-ED41-E9D0-25515F88D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55DB7-3CF7-027A-3CD7-70F3D677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C3C1A3-19F2-F11E-AEB4-061407F6D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9B45FF-1D04-B3E7-E209-E8B63088F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02B8FF-BB25-C63F-DCD3-5E8A5FFA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1EDB4-A6EF-F68B-85DA-4FD5D17C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29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ECD9-F233-3F80-CEB7-5C1C3E178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BB1A3-7ADD-5AAA-E03C-8DE00DD25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371FF-E7CA-33D7-67BB-9B982B0F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1865D-3489-187F-0D87-7EC7A83E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5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61B7A-6B7D-91FC-5E88-D461916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F0CFB-E708-5795-AB18-70220AA0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B8583-B434-F18C-83BD-E51A2CD0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60CC-8A39-47DC-EDCA-BA76C9E8B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07637-2932-D612-AA52-81E1D3729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74E6E-2F40-F9EC-9651-B5FB7121C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80BEF-0116-985B-D8C8-EF83F402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4E4B2-8187-5707-5A8C-40AB58F9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64DFD-A235-EB91-C628-DB4C4BD9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7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E5FF-B065-F924-1CEA-9CB6AEB9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DAD2D4-95A4-B2DD-1791-6791ADBF9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CDDE6-BBD3-884E-772B-431B51315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5153B-37A7-2CDF-5D0C-4EF210DD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F13BC-0FDD-7F7E-CFD4-55EF42164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EB25C-E8F3-7C27-7A4D-9027CFBD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21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2140-7A74-A25C-4493-1A6233E96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92FF5-B026-C3C8-154E-4A37C8877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CA1A-C1E7-A601-5420-9A6B93B4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DF821-4260-6764-4A63-F567F5DC1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B311C-C98F-8B29-7579-7E90C9BB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B18A0-DA3B-E80B-5A90-0F998AABB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A6E8D-F565-13CC-3055-44EBB9F74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8A88C-F629-6932-3363-622D6C902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1542A-3741-0640-1AD3-77CEC200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B6046-FD23-CF36-08F7-CF723714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3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B5749-CF87-FC9C-7452-30E05333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5F09A-F86B-370D-B941-4811BE51E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CE787-C25F-233A-D3FE-E738A92A1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D22ED-BF6D-45AD-B741-77B19302521B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6E532-321E-7F8C-86B5-E1B2EA586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D5EBE-3587-F7A6-1034-E7495F6FB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4674C-BA9E-4B6E-A4F7-71663784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8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E9AE19-B486-88EF-17A0-595FD26BF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527" y="1199535"/>
            <a:ext cx="7537524" cy="496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54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B40ECA-FABD-FD85-66A7-CDADBC170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62" y="1771627"/>
            <a:ext cx="10263875" cy="331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7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B1A2F-765D-6623-F8CA-43280BA04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645" y="1160207"/>
            <a:ext cx="6478845" cy="439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1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4222A4-FFE1-727A-054D-DD4D177C9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45" y="1601346"/>
            <a:ext cx="10929109" cy="334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6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ADA358-4E4B-259B-AEE4-EF58A201F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86745"/>
            <a:ext cx="7060748" cy="445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2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64B294-0AF2-FF17-95E6-EC2E21F2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048" y="2054772"/>
            <a:ext cx="8147903" cy="274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14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0FB925-DB20-FAED-CFFA-68A9470F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2" y="739335"/>
            <a:ext cx="6292645" cy="506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73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E50CCA-B792-2D60-A0FC-89FA5CE6D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442" y="1868879"/>
            <a:ext cx="9161115" cy="312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57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CCFB84-AF4C-2E68-07B9-486CDFD7B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800" y="1102566"/>
            <a:ext cx="7814399" cy="424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82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7E1E0-150B-EE63-BD96-C95C675D7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521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2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499A96-820C-B1B6-F99B-FD14C822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41" y="76847"/>
            <a:ext cx="5334462" cy="2644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9FDA66-731B-DF67-54F4-A5BB6FC89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95" y="2721216"/>
            <a:ext cx="5168208" cy="4031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EAD23F-8476-547E-94FC-4F8771EC8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956" y="733348"/>
            <a:ext cx="6104149" cy="53913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5F28B3-D8CD-7E42-832B-0C7422BCC681}"/>
              </a:ext>
            </a:extLst>
          </p:cNvPr>
          <p:cNvSpPr txBox="1"/>
          <p:nvPr/>
        </p:nvSpPr>
        <p:spPr>
          <a:xfrm>
            <a:off x="8769096" y="357530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74◦</a:t>
            </a:r>
          </a:p>
        </p:txBody>
      </p:sp>
    </p:spTree>
    <p:extLst>
      <p:ext uri="{BB962C8B-B14F-4D97-AF65-F5344CB8AC3E}">
        <p14:creationId xmlns:p14="http://schemas.microsoft.com/office/powerpoint/2010/main" val="1274723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E07BA-3CAA-5540-F116-B89190913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1" y="985850"/>
            <a:ext cx="11940678" cy="505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12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BC95D2-BDA8-50BA-0FA2-9E67434BB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63" y="300101"/>
            <a:ext cx="3839853" cy="3603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7B905D-C382-EAAA-E84C-5FB7D182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703" y="1076942"/>
            <a:ext cx="8324297" cy="498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71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EC3635-B906-802F-B7A9-4EC11F4E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92" y="297686"/>
            <a:ext cx="9805416" cy="602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18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7BF20A-DFE1-D7A7-950C-8F9BA02E2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64" y="302786"/>
            <a:ext cx="10612672" cy="625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17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051C05-0B9A-6A00-E503-55B4D69FA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296" y="224241"/>
            <a:ext cx="5936088" cy="640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5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Yousuf Abir Bari</dc:creator>
  <cp:lastModifiedBy>Md Mahamudul Hasan Pranto</cp:lastModifiedBy>
  <cp:revision>4</cp:revision>
  <dcterms:created xsi:type="dcterms:W3CDTF">2026-08-20T04:09:52Z</dcterms:created>
  <dcterms:modified xsi:type="dcterms:W3CDTF">2026-09-11T18:16:11Z</dcterms:modified>
</cp:coreProperties>
</file>